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502920"/>
            <a:ext cx="1993392" cy="3090672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" y="539496"/>
            <a:ext cx="192024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 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= O</a:t>
            </a:r>
            <a:pPr algn="l" indent="0" marL="0">
              <a:lnSpc>
                <a:spcPct val="95000"/>
              </a:lnSpc>
              <a:buNone/>
            </a:pPr>
            <a:r>
              <a:rPr lang="en-US" sz="950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∪ O</a:t>
            </a:r>
            <a:pPr algn="l" indent="0" marL="0">
              <a:lnSpc>
                <a:spcPct val="95000"/>
              </a:lnSpc>
              <a:buNone/>
            </a:pPr>
            <a:r>
              <a:rPr lang="en-US" sz="950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(M obs.)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713232" cy="420624"/>
          </a:xfrm>
          <a:prstGeom prst="roundRect">
            <a:avLst>
              <a:gd name="adj" fmla="val 8696"/>
            </a:avLst>
          </a:prstGeom>
          <a:solidFill>
            <a:srgbClr val="D7E3F4"/>
          </a:solidFill>
          <a:ln w="12700">
            <a:solidFill>
              <a:srgbClr val="4E79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24712"/>
            <a:ext cx="713232" cy="420624"/>
          </a:xfrm>
          <a:prstGeom prst="roundRect">
            <a:avLst>
              <a:gd name="adj" fmla="val 8696"/>
            </a:avLst>
          </a:prstGeom>
          <a:solidFill>
            <a:srgbClr val="D7E3F4"/>
          </a:solidFill>
          <a:ln w="12700">
            <a:solidFill>
              <a:srgbClr val="4E79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713232" cy="420624"/>
          </a:xfrm>
          <a:prstGeom prst="roundRect">
            <a:avLst>
              <a:gd name="adj" fmla="val 8696"/>
            </a:avLst>
          </a:prstGeom>
          <a:solidFill>
            <a:srgbClr val="D7E3F4"/>
          </a:solidFill>
          <a:ln w="12700">
            <a:solidFill>
              <a:srgbClr val="4E79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713232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KG-A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713232" cy="420624"/>
          </a:xfrm>
          <a:prstGeom prst="roundRect">
            <a:avLst>
              <a:gd name="adj" fmla="val 8696"/>
            </a:avLst>
          </a:prstGeom>
          <a:solidFill>
            <a:srgbClr val="CFE8DF"/>
          </a:solidFill>
          <a:ln w="12700">
            <a:solidFill>
              <a:srgbClr val="57A4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65960"/>
            <a:ext cx="713232" cy="420624"/>
          </a:xfrm>
          <a:prstGeom prst="roundRect">
            <a:avLst>
              <a:gd name="adj" fmla="val 8696"/>
            </a:avLst>
          </a:prstGeom>
          <a:solidFill>
            <a:srgbClr val="CFE8DF"/>
          </a:solidFill>
          <a:ln w="12700">
            <a:solidFill>
              <a:srgbClr val="57A4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713232" cy="420624"/>
          </a:xfrm>
          <a:prstGeom prst="roundRect">
            <a:avLst>
              <a:gd name="adj" fmla="val 8696"/>
            </a:avLst>
          </a:prstGeom>
          <a:solidFill>
            <a:srgbClr val="CFE8DF"/>
          </a:solidFill>
          <a:ln w="12700">
            <a:solidFill>
              <a:srgbClr val="57A4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20240"/>
            <a:ext cx="713232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KG-B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26464" y="1645920"/>
            <a:ext cx="5669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0744" y="1600200"/>
            <a:ext cx="5669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35024" y="1554480"/>
            <a:ext cx="5669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1325880"/>
            <a:ext cx="219456" cy="429768"/>
          </a:xfrm>
          <a:prstGeom prst="line">
            <a:avLst/>
          </a:prstGeom>
          <a:noFill/>
          <a:ln w="1778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78992" y="2157984"/>
            <a:ext cx="219456" cy="-329184"/>
          </a:xfrm>
          <a:prstGeom prst="line">
            <a:avLst/>
          </a:prstGeom>
          <a:noFill/>
          <a:ln w="1778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64592" y="2761488"/>
            <a:ext cx="5852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2761488"/>
            <a:ext cx="585216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90956" y="2761488"/>
            <a:ext cx="5852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" y="2761488"/>
            <a:ext cx="585216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17320" y="2761488"/>
            <a:ext cx="5852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2761488"/>
            <a:ext cx="585216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4592" y="3127248"/>
            <a:ext cx="5852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127248"/>
            <a:ext cx="585216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0956" y="3127248"/>
            <a:ext cx="5852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" y="3127248"/>
            <a:ext cx="585216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417320" y="3127248"/>
            <a:ext cx="5852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3127248"/>
            <a:ext cx="585216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49424" y="1115568"/>
            <a:ext cx="950976" cy="1865376"/>
          </a:xfrm>
          <a:prstGeom prst="roundRect">
            <a:avLst>
              <a:gd name="adj" fmla="val 5769"/>
            </a:avLst>
          </a:prstGeom>
          <a:solidFill>
            <a:srgbClr val="F2F2F2"/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267712" y="1170432"/>
            <a:ext cx="914400" cy="4754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(non-neural)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31720" y="1755648"/>
            <a:ext cx="786384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331720" y="1755648"/>
            <a:ext cx="786384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7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(blocking grid)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24912" y="2377440"/>
            <a:ext cx="0" cy="10972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331720" y="2487168"/>
            <a:ext cx="78638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331720" y="2487168"/>
            <a:ext cx="78638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Featurization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10128" y="868680"/>
            <a:ext cx="2139696" cy="2487168"/>
          </a:xfrm>
          <a:prstGeom prst="roundRect">
            <a:avLst>
              <a:gd name="adj" fmla="val 2564"/>
            </a:avLst>
          </a:prstGeom>
          <a:solidFill>
            <a:srgbClr val="FBF0DC"/>
          </a:solidFill>
          <a:ln w="12700">
            <a:solidFill>
              <a:srgbClr val="E6C6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914400"/>
            <a:ext cx="2139696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Encoder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01568" y="1316736"/>
            <a:ext cx="352044" cy="731520"/>
          </a:xfrm>
          <a:prstGeom prst="roundRect">
            <a:avLst>
              <a:gd name="adj" fmla="val 12987"/>
            </a:avLst>
          </a:prstGeom>
          <a:solidFill>
            <a:srgbClr val="CFE0F3"/>
          </a:solidFill>
          <a:ln w="12700">
            <a:solidFill>
              <a:srgbClr val="6E96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1316736"/>
            <a:ext cx="352044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577590" y="2048256"/>
            <a:ext cx="0" cy="19202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799332" y="1316736"/>
            <a:ext cx="352044" cy="731520"/>
          </a:xfrm>
          <a:prstGeom prst="roundRect">
            <a:avLst>
              <a:gd name="adj" fmla="val 12987"/>
            </a:avLst>
          </a:prstGeom>
          <a:solidFill>
            <a:srgbClr val="C7E6DD"/>
          </a:solidFill>
          <a:ln w="12700">
            <a:solidFill>
              <a:srgbClr val="5FAB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99332" y="1316736"/>
            <a:ext cx="352044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spatio-</a:t>
            </a:r>
            <a:endParaRPr lang="en-US" sz="70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70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(Fourier)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975354" y="2048256"/>
            <a:ext cx="0" cy="19202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97096" y="1316736"/>
            <a:ext cx="352044" cy="731520"/>
          </a:xfrm>
          <a:prstGeom prst="roundRect">
            <a:avLst>
              <a:gd name="adj" fmla="val 12987"/>
            </a:avLst>
          </a:prstGeom>
          <a:solidFill>
            <a:srgbClr val="F5CFCB"/>
          </a:solidFill>
          <a:ln w="12700">
            <a:solidFill>
              <a:srgbClr val="D78B8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97096" y="1316736"/>
            <a:ext cx="352044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373118" y="2048256"/>
            <a:ext cx="0" cy="19202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594860" y="1316736"/>
            <a:ext cx="352044" cy="731520"/>
          </a:xfrm>
          <a:prstGeom prst="roundRect">
            <a:avLst>
              <a:gd name="adj" fmla="val 12987"/>
            </a:avLst>
          </a:prstGeom>
          <a:solidFill>
            <a:srgbClr val="F7E8A6"/>
          </a:solidFill>
          <a:ln w="12700">
            <a:solidFill>
              <a:srgbClr val="D6BE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94860" y="1316736"/>
            <a:ext cx="352044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770882" y="2048256"/>
            <a:ext cx="0" cy="19202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992624" y="1316736"/>
            <a:ext cx="352044" cy="731520"/>
          </a:xfrm>
          <a:prstGeom prst="roundRect">
            <a:avLst>
              <a:gd name="adj" fmla="val 12987"/>
            </a:avLst>
          </a:prstGeom>
          <a:solidFill>
            <a:srgbClr val="DDD0EC"/>
          </a:solidFill>
          <a:ln w="12700">
            <a:solidFill>
              <a:srgbClr val="A98F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92624" y="1316736"/>
            <a:ext cx="352044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168646" y="2048256"/>
            <a:ext cx="0" cy="192024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456432" y="22402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56432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Gate </a:t>
            </a:r>
            <a:pPr algn="ctr"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g(src)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79976" y="2606040"/>
            <a:ext cx="0" cy="13716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922776" y="274320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22776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379976" y="3108960"/>
            <a:ext cx="0" cy="310896"/>
          </a:xfrm>
          <a:prstGeom prst="line">
            <a:avLst/>
          </a:prstGeom>
          <a:noFill/>
          <a:ln w="1524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3785616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∈ ℝ</a:t>
            </a:r>
            <a:pPr algn="ctr" indent="0" marL="0">
              <a:lnSpc>
                <a:spcPct val="95000"/>
              </a:lnSpc>
              <a:buNone/>
            </a:pPr>
            <a:r>
              <a:rPr lang="en-US" sz="105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(M×128)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541264" y="1389888"/>
            <a:ext cx="1225296" cy="1444752"/>
          </a:xfrm>
          <a:prstGeom prst="roundRect">
            <a:avLst>
              <a:gd name="adj" fmla="val 4478"/>
            </a:avLst>
          </a:prstGeom>
          <a:solidFill>
            <a:srgbClr val="C5D6EB"/>
          </a:solidFill>
          <a:ln w="12700">
            <a:solidFill>
              <a:srgbClr val="6E8F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68696" y="1444752"/>
            <a:ext cx="1170432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Relation-Context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(RGAT ×2, 4 heads)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577840" y="2103120"/>
            <a:ext cx="1152144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edge types ·</a:t>
            </a:r>
            <a:endParaRPr lang="en-US" sz="7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edge-wise attention ·</a:t>
            </a:r>
            <a:endParaRPr lang="en-US" sz="7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7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+ LayerNorm</a:t>
            </a:r>
            <a:endParaRPr lang="en-US" sz="730" dirty="0"/>
          </a:p>
        </p:txBody>
      </p:sp>
      <p:sp>
        <p:nvSpPr>
          <p:cNvPr id="63" name="Text 61"/>
          <p:cNvSpPr/>
          <p:nvPr/>
        </p:nvSpPr>
        <p:spPr>
          <a:xfrm>
            <a:off x="5559552" y="2889504"/>
            <a:ext cx="1188720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h′ ∈ ℝ</a:t>
            </a:r>
            <a:pPr algn="ctr" indent="0" marL="0">
              <a:lnSpc>
                <a:spcPct val="95000"/>
              </a:lnSpc>
              <a:buNone/>
            </a:pPr>
            <a:r>
              <a:rPr lang="en-US" sz="105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(M×128)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103120" y="21031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3200400" y="2103120"/>
            <a:ext cx="109728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5449824" y="2103120"/>
            <a:ext cx="91440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766560" y="2103120"/>
            <a:ext cx="109728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6876288" y="1170432"/>
            <a:ext cx="0" cy="3712464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6876288" y="1170432"/>
            <a:ext cx="91440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6876288" y="4133088"/>
            <a:ext cx="91440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6986016" y="274320"/>
            <a:ext cx="1097280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967728" y="502920"/>
            <a:ext cx="1883664" cy="1335024"/>
          </a:xfrm>
          <a:prstGeom prst="roundRect">
            <a:avLst>
              <a:gd name="adj" fmla="val 4795"/>
            </a:avLst>
          </a:prstGeom>
          <a:solidFill>
            <a:srgbClr val="FCE6D2"/>
          </a:solidFill>
          <a:ln w="19050">
            <a:solidFill>
              <a:srgbClr val="E08A3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04304" y="557784"/>
            <a:ext cx="1810512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— Constraint-aware</a:t>
            </a:r>
            <a:endParaRPr lang="en-US" sz="95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Attention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059168" y="1014984"/>
            <a:ext cx="170078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59168" y="1014984"/>
            <a:ext cx="170078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+ time + motion + state + rel + src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7022592" y="1325880"/>
            <a:ext cx="1773936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score(i→j),</a:t>
            </a:r>
            <a:endParaRPr lang="en-US" sz="8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ctr" indent="0" marL="0">
              <a:lnSpc>
                <a:spcPct val="95000"/>
              </a:lnSpc>
              <a:buNone/>
            </a:pPr>
            <a:r>
              <a:rPr lang="en-US" sz="820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pPr algn="ctr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σ(score)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7909560" y="1837944"/>
            <a:ext cx="0" cy="210312"/>
          </a:xfrm>
          <a:prstGeom prst="line">
            <a:avLst/>
          </a:prstGeom>
          <a:noFill/>
          <a:ln w="1524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6967728" y="2048256"/>
            <a:ext cx="1883664" cy="914400"/>
          </a:xfrm>
          <a:prstGeom prst="roundRect">
            <a:avLst>
              <a:gd name="adj" fmla="val 7000"/>
            </a:avLst>
          </a:prstGeom>
          <a:solidFill>
            <a:srgbClr val="DAEBDB"/>
          </a:solidFill>
          <a:ln w="15240">
            <a:solidFill>
              <a:srgbClr val="6FA86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967728" y="2093976"/>
            <a:ext cx="188366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Heads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059168" y="2450592"/>
            <a:ext cx="8412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6FA86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59168" y="2450592"/>
            <a:ext cx="84124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PairHead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(identity)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936992" y="2450592"/>
            <a:ext cx="8229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6FA86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36992" y="2450592"/>
            <a:ext cx="822960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DanglingHead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(abstain)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452360" y="3054096"/>
            <a:ext cx="914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ctr" indent="0" marL="0">
              <a:lnSpc>
                <a:spcPct val="95000"/>
              </a:lnSpc>
              <a:buNone/>
            </a:pPr>
            <a:r>
              <a:rPr lang="en-US" sz="95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132320" y="3310128"/>
            <a:ext cx="1481328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dash"/>
            <a:headEnd type="none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6967728" y="3529584"/>
            <a:ext cx="1883664" cy="1225296"/>
          </a:xfrm>
          <a:prstGeom prst="roundRect">
            <a:avLst>
              <a:gd name="adj" fmla="val 5224"/>
            </a:avLst>
          </a:prstGeom>
          <a:solidFill>
            <a:srgbClr val="DCD2EC"/>
          </a:solidFill>
          <a:ln w="15240">
            <a:solidFill>
              <a:srgbClr val="8A6FB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67728" y="3575304"/>
            <a:ext cx="1883664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Sinkhorn Slot Decoder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022592" y="3895344"/>
            <a:ext cx="1773936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K=48 slots + null ·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row-norm &lt;-&gt; weak column balance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022592" y="4370832"/>
            <a:ext cx="1773936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 A ∈ [0,1]</a:t>
            </a:r>
            <a:pPr algn="ctr" indent="0" marL="0">
              <a:lnSpc>
                <a:spcPct val="95000"/>
              </a:lnSpc>
              <a:buNone/>
            </a:pPr>
            <a:r>
              <a:rPr lang="en-US" sz="76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(M×49)</a:t>
            </a:r>
            <a:pPr algn="ctr" indent="0" marL="0">
              <a:lnSpc>
                <a:spcPct val="95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argmax</a:t>
            </a:r>
            <a:endParaRPr lang="en-US" sz="760" dirty="0"/>
          </a:p>
        </p:txBody>
      </p:sp>
      <p:sp>
        <p:nvSpPr>
          <p:cNvPr id="90" name="Shape 88"/>
          <p:cNvSpPr/>
          <p:nvPr/>
        </p:nvSpPr>
        <p:spPr>
          <a:xfrm>
            <a:off x="10012680" y="502920"/>
            <a:ext cx="2057400" cy="416052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9050">
            <a:solidFill>
              <a:srgbClr val="E08A3C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10058400" y="557784"/>
            <a:ext cx="1965960" cy="5303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— Constraint-aware</a:t>
            </a:r>
            <a:endParaRPr lang="en-US" sz="8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Attention </a:t>
            </a:r>
            <a:pPr algn="ctr" indent="0" marL="0">
              <a:lnSpc>
                <a:spcPct val="92000"/>
              </a:lnSpc>
              <a:buNone/>
            </a:pPr>
            <a:r>
              <a:rPr lang="en-US" sz="800" b="1" i="1" dirty="0">
                <a:solidFill>
                  <a:srgbClr val="E08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(zoom-in)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0158984" y="1170432"/>
            <a:ext cx="786384" cy="301752"/>
          </a:xfrm>
          <a:prstGeom prst="roundRect">
            <a:avLst>
              <a:gd name="adj" fmla="val 15152"/>
            </a:avLst>
          </a:prstGeom>
          <a:solidFill>
            <a:srgbClr val="CFE0F3"/>
          </a:solidFill>
          <a:ln w="12700">
            <a:solidFill>
              <a:srgbClr val="6E96C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158984" y="1170432"/>
            <a:ext cx="7863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0945368" y="1321308"/>
            <a:ext cx="365760" cy="928116"/>
          </a:xfrm>
          <a:prstGeom prst="line">
            <a:avLst/>
          </a:prstGeom>
          <a:noFill/>
          <a:ln w="1143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10158984" y="1554480"/>
            <a:ext cx="786384" cy="301752"/>
          </a:xfrm>
          <a:prstGeom prst="roundRect">
            <a:avLst>
              <a:gd name="adj" fmla="val 15152"/>
            </a:avLst>
          </a:prstGeom>
          <a:solidFill>
            <a:srgbClr val="C7E6DD"/>
          </a:solidFill>
          <a:ln w="12700">
            <a:solidFill>
              <a:srgbClr val="5FAB9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158984" y="1554480"/>
            <a:ext cx="7863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10945368" y="1705356"/>
            <a:ext cx="365760" cy="544068"/>
          </a:xfrm>
          <a:prstGeom prst="line">
            <a:avLst/>
          </a:prstGeom>
          <a:noFill/>
          <a:ln w="1143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10158984" y="1938528"/>
            <a:ext cx="786384" cy="301752"/>
          </a:xfrm>
          <a:prstGeom prst="roundRect">
            <a:avLst>
              <a:gd name="adj" fmla="val 15152"/>
            </a:avLst>
          </a:prstGeom>
          <a:solidFill>
            <a:srgbClr val="F5CFCB"/>
          </a:solidFill>
          <a:ln w="12700">
            <a:solidFill>
              <a:srgbClr val="D78B8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158984" y="1938528"/>
            <a:ext cx="7863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0945368" y="2089404"/>
            <a:ext cx="365760" cy="160020"/>
          </a:xfrm>
          <a:prstGeom prst="line">
            <a:avLst/>
          </a:prstGeom>
          <a:noFill/>
          <a:ln w="1143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10158984" y="2322576"/>
            <a:ext cx="786384" cy="301752"/>
          </a:xfrm>
          <a:prstGeom prst="roundRect">
            <a:avLst>
              <a:gd name="adj" fmla="val 15152"/>
            </a:avLst>
          </a:prstGeom>
          <a:solidFill>
            <a:srgbClr val="F7E8A6"/>
          </a:solidFill>
          <a:ln w="12700">
            <a:solidFill>
              <a:srgbClr val="D6BE5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158984" y="2322576"/>
            <a:ext cx="7863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10945368" y="2473452"/>
            <a:ext cx="365760" cy="-224028"/>
          </a:xfrm>
          <a:prstGeom prst="line">
            <a:avLst/>
          </a:prstGeom>
          <a:noFill/>
          <a:ln w="1143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10158984" y="2706624"/>
            <a:ext cx="786384" cy="301752"/>
          </a:xfrm>
          <a:prstGeom prst="roundRect">
            <a:avLst>
              <a:gd name="adj" fmla="val 15152"/>
            </a:avLst>
          </a:prstGeom>
          <a:solidFill>
            <a:srgbClr val="DDD0EC"/>
          </a:solidFill>
          <a:ln w="12700">
            <a:solidFill>
              <a:srgbClr val="A98F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158984" y="2706624"/>
            <a:ext cx="7863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0945368" y="2857500"/>
            <a:ext cx="365760" cy="-608076"/>
          </a:xfrm>
          <a:prstGeom prst="line">
            <a:avLst/>
          </a:prstGeom>
          <a:noFill/>
          <a:ln w="1143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0158984" y="3090672"/>
            <a:ext cx="786384" cy="301752"/>
          </a:xfrm>
          <a:prstGeom prst="roundRect">
            <a:avLst>
              <a:gd name="adj" fmla="val 15152"/>
            </a:avLst>
          </a:prstGeom>
          <a:solidFill>
            <a:srgbClr val="CFBCEA"/>
          </a:solidFill>
          <a:ln w="12700">
            <a:solidFill>
              <a:srgbClr val="9B7F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158984" y="3090672"/>
            <a:ext cx="786384" cy="3017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0945368" y="3241548"/>
            <a:ext cx="365760" cy="-992124"/>
          </a:xfrm>
          <a:prstGeom prst="line">
            <a:avLst/>
          </a:prstGeom>
          <a:noFill/>
          <a:ln w="1143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11311128" y="1993392"/>
            <a:ext cx="512064" cy="51206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A3A3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1311128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700" dirty="0"/>
          </a:p>
        </p:txBody>
      </p:sp>
      <p:sp>
        <p:nvSpPr>
          <p:cNvPr id="112" name="Shape 110"/>
          <p:cNvSpPr/>
          <p:nvPr/>
        </p:nvSpPr>
        <p:spPr>
          <a:xfrm>
            <a:off x="11567160" y="2505456"/>
            <a:ext cx="0" cy="111556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11073384" y="36210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1073384" y="3621024"/>
            <a:ext cx="71323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895344"/>
            <a:ext cx="0" cy="12801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11027664" y="4023360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AEAEA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027664" y="4023360"/>
            <a:ext cx="80467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(σ)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11430000" y="4297680"/>
            <a:ext cx="0" cy="10972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19" name="Text 117"/>
          <p:cNvSpPr/>
          <p:nvPr/>
        </p:nvSpPr>
        <p:spPr>
          <a:xfrm>
            <a:off x="10881360" y="4407408"/>
            <a:ext cx="109728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ctr" indent="0" marL="0">
              <a:lnSpc>
                <a:spcPct val="95000"/>
              </a:lnSpc>
              <a:buNone/>
            </a:pPr>
            <a:r>
              <a:rPr lang="en-US" sz="95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8851392" y="548640"/>
            <a:ext cx="1161288" cy="0"/>
          </a:xfrm>
          <a:prstGeom prst="line">
            <a:avLst/>
          </a:prstGeom>
          <a:noFill/>
          <a:ln w="12700">
            <a:solidFill>
              <a:srgbClr val="E08A3C"/>
            </a:solidFill>
            <a:prstDash val="dash"/>
            <a:headEnd type="none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8851392" y="1792224"/>
            <a:ext cx="1161288" cy="2825496"/>
          </a:xfrm>
          <a:prstGeom prst="line">
            <a:avLst/>
          </a:prstGeom>
          <a:noFill/>
          <a:ln w="12700">
            <a:solidFill>
              <a:srgbClr val="E08A3C"/>
            </a:solidFill>
            <a:prstDash val="dash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2926080" y="5065776"/>
            <a:ext cx="5449824" cy="932688"/>
          </a:xfrm>
          <a:prstGeom prst="roundRect">
            <a:avLst>
              <a:gd name="adj" fmla="val 6863"/>
            </a:avLst>
          </a:prstGeom>
          <a:solidFill>
            <a:srgbClr val="DAEBDB"/>
          </a:solidFill>
          <a:ln w="15240">
            <a:solidFill>
              <a:srgbClr val="6FA86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926080" y="5111496"/>
            <a:ext cx="544982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FullDecodeResult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3035808" y="5449824"/>
            <a:ext cx="120700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6FA86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035808" y="5449824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4315968" y="5449824"/>
            <a:ext cx="120700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6FA86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315968" y="5449824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clusters /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trajectories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5596128" y="5449824"/>
            <a:ext cx="120700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6FA86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596128" y="5449824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dangling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reason)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876288" y="5449824"/>
            <a:ext cx="120700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6FA86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876288" y="5449824"/>
            <a:ext cx="1207008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per-term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7909560" y="4754880"/>
            <a:ext cx="0" cy="128016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6876288" y="4882896"/>
            <a:ext cx="10332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5650992" y="4882896"/>
            <a:ext cx="122529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135" name="Shape 133"/>
          <p:cNvSpPr/>
          <p:nvPr/>
        </p:nvSpPr>
        <p:spPr>
          <a:xfrm>
            <a:off x="5650992" y="4882896"/>
            <a:ext cx="0" cy="18288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36" name="Text 134"/>
          <p:cNvSpPr/>
          <p:nvPr/>
        </p:nvSpPr>
        <p:spPr>
          <a:xfrm>
            <a:off x="2743200" y="6163056"/>
            <a:ext cx="667512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 CITA-Net architecture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CITA-Net architecture</dc:title>
  <dc:subject>PptxGenJS Presentation</dc:subject>
  <dc:creator>CMS</dc:creator>
  <cp:lastModifiedBy>CMS</cp:lastModifiedBy>
  <cp:revision>1</cp:revision>
  <dcterms:created xsi:type="dcterms:W3CDTF">2026-06-21T11:00:03Z</dcterms:created>
  <dcterms:modified xsi:type="dcterms:W3CDTF">2026-06-21T11:00:03Z</dcterms:modified>
</cp:coreProperties>
</file>